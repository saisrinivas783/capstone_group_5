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3"/>
  </p:notesMasterIdLst>
  <p:sldIdLst>
    <p:sldId id="256" r:id="rId2"/>
    <p:sldId id="257" r:id="rId3"/>
    <p:sldId id="270" r:id="rId4"/>
    <p:sldId id="263" r:id="rId5"/>
    <p:sldId id="261" r:id="rId6"/>
    <p:sldId id="267" r:id="rId7"/>
    <p:sldId id="264" r:id="rId8"/>
    <p:sldId id="268" r:id="rId9"/>
    <p:sldId id="266" r:id="rId10"/>
    <p:sldId id="269" r:id="rId11"/>
    <p:sldId id="259" r:id="rId1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7"/>
    <p:restoredTop sz="94726"/>
  </p:normalViewPr>
  <p:slideViewPr>
    <p:cSldViewPr snapToGrid="0">
      <p:cViewPr>
        <p:scale>
          <a:sx n="156" d="100"/>
          <a:sy n="156" d="100"/>
        </p:scale>
        <p:origin x="464" y="31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 name="Google Shape;5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1362c7a1ac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11362c7a1ac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1362c7a1ac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11362c7a1ac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08060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2423171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11362c7a1ac_0_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11362c7a1ac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3" name="Google Shape;13;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rgbClr val="0190DB"/>
              </a:buClr>
              <a:buSzPts val="2800"/>
              <a:buFont typeface="Avenir"/>
              <a:buNone/>
              <a:defRPr sz="2800">
                <a:solidFill>
                  <a:srgbClr val="0190DB"/>
                </a:solidFill>
                <a:latin typeface="Avenir"/>
                <a:ea typeface="Avenir"/>
                <a:cs typeface="Avenir"/>
                <a:sym typeface="Avenir"/>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4" name="Google Shape;14;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7" name="Google Shape;17;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0" name="Google Shape;20;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Font typeface="Avenir"/>
              <a:buChar char="●"/>
              <a:defRPr>
                <a:latin typeface="Avenir"/>
                <a:ea typeface="Avenir"/>
                <a:cs typeface="Avenir"/>
                <a:sym typeface="Avenir"/>
              </a:defRPr>
            </a:lvl1pPr>
            <a:lvl2pPr marL="914400" lvl="1" indent="-317500">
              <a:spcBef>
                <a:spcPts val="0"/>
              </a:spcBef>
              <a:spcAft>
                <a:spcPts val="0"/>
              </a:spcAft>
              <a:buSzPts val="1400"/>
              <a:buFont typeface="Avenir"/>
              <a:buChar char="○"/>
              <a:defRPr>
                <a:latin typeface="Avenir"/>
                <a:ea typeface="Avenir"/>
                <a:cs typeface="Avenir"/>
                <a:sym typeface="Avenir"/>
              </a:defRPr>
            </a:lvl2pPr>
            <a:lvl3pPr marL="1371600" lvl="2" indent="-317500">
              <a:spcBef>
                <a:spcPts val="0"/>
              </a:spcBef>
              <a:spcAft>
                <a:spcPts val="0"/>
              </a:spcAft>
              <a:buSzPts val="1400"/>
              <a:buFont typeface="Avenir"/>
              <a:buChar char="■"/>
              <a:defRPr>
                <a:latin typeface="Avenir"/>
                <a:ea typeface="Avenir"/>
                <a:cs typeface="Avenir"/>
                <a:sym typeface="Avenir"/>
              </a:defRPr>
            </a:lvl3pPr>
            <a:lvl4pPr marL="1828800" lvl="3" indent="-317500">
              <a:spcBef>
                <a:spcPts val="0"/>
              </a:spcBef>
              <a:spcAft>
                <a:spcPts val="0"/>
              </a:spcAft>
              <a:buSzPts val="1400"/>
              <a:buFont typeface="Avenir"/>
              <a:buChar char="●"/>
              <a:defRPr>
                <a:latin typeface="Avenir"/>
                <a:ea typeface="Avenir"/>
                <a:cs typeface="Avenir"/>
                <a:sym typeface="Avenir"/>
              </a:defRPr>
            </a:lvl4pPr>
            <a:lvl5pPr marL="2286000" lvl="4" indent="-317500">
              <a:spcBef>
                <a:spcPts val="0"/>
              </a:spcBef>
              <a:spcAft>
                <a:spcPts val="0"/>
              </a:spcAft>
              <a:buSzPts val="1400"/>
              <a:buFont typeface="Avenir"/>
              <a:buChar char="○"/>
              <a:defRPr>
                <a:latin typeface="Avenir"/>
                <a:ea typeface="Avenir"/>
                <a:cs typeface="Avenir"/>
                <a:sym typeface="Avenir"/>
              </a:defRPr>
            </a:lvl5pPr>
            <a:lvl6pPr marL="2743200" lvl="5" indent="-317500">
              <a:spcBef>
                <a:spcPts val="0"/>
              </a:spcBef>
              <a:spcAft>
                <a:spcPts val="0"/>
              </a:spcAft>
              <a:buSzPts val="1400"/>
              <a:buFont typeface="Avenir"/>
              <a:buChar char="■"/>
              <a:defRPr>
                <a:latin typeface="Avenir"/>
                <a:ea typeface="Avenir"/>
                <a:cs typeface="Avenir"/>
                <a:sym typeface="Avenir"/>
              </a:defRPr>
            </a:lvl6pPr>
            <a:lvl7pPr marL="3200400" lvl="6" indent="-317500">
              <a:spcBef>
                <a:spcPts val="0"/>
              </a:spcBef>
              <a:spcAft>
                <a:spcPts val="0"/>
              </a:spcAft>
              <a:buSzPts val="1400"/>
              <a:buFont typeface="Avenir"/>
              <a:buChar char="●"/>
              <a:defRPr>
                <a:latin typeface="Avenir"/>
                <a:ea typeface="Avenir"/>
                <a:cs typeface="Avenir"/>
                <a:sym typeface="Avenir"/>
              </a:defRPr>
            </a:lvl7pPr>
            <a:lvl8pPr marL="3657600" lvl="7" indent="-317500">
              <a:spcBef>
                <a:spcPts val="0"/>
              </a:spcBef>
              <a:spcAft>
                <a:spcPts val="0"/>
              </a:spcAft>
              <a:buSzPts val="1400"/>
              <a:buFont typeface="Avenir"/>
              <a:buChar char="○"/>
              <a:defRPr>
                <a:latin typeface="Avenir"/>
                <a:ea typeface="Avenir"/>
                <a:cs typeface="Avenir"/>
                <a:sym typeface="Avenir"/>
              </a:defRPr>
            </a:lvl8pPr>
            <a:lvl9pPr marL="4114800" lvl="8" indent="-317500">
              <a:spcBef>
                <a:spcPts val="0"/>
              </a:spcBef>
              <a:spcAft>
                <a:spcPts val="0"/>
              </a:spcAft>
              <a:buSzPts val="1400"/>
              <a:buFont typeface="Avenir"/>
              <a:buChar char="■"/>
              <a:defRPr>
                <a:latin typeface="Avenir"/>
                <a:ea typeface="Avenir"/>
                <a:cs typeface="Avenir"/>
                <a:sym typeface="Avenir"/>
              </a:defRPr>
            </a:lvl9pPr>
          </a:lstStyle>
          <a:p>
            <a:endParaRPr/>
          </a:p>
        </p:txBody>
      </p:sp>
      <p:sp>
        <p:nvSpPr>
          <p:cNvPr id="21" name="Google Shape;2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cxnSp>
        <p:nvCxnSpPr>
          <p:cNvPr id="22" name="Google Shape;22;p4"/>
          <p:cNvCxnSpPr/>
          <p:nvPr/>
        </p:nvCxnSpPr>
        <p:spPr>
          <a:xfrm>
            <a:off x="419100" y="1076325"/>
            <a:ext cx="8372400" cy="0"/>
          </a:xfrm>
          <a:prstGeom prst="straightConnector1">
            <a:avLst/>
          </a:prstGeom>
          <a:noFill/>
          <a:ln w="9525" cap="flat" cmpd="sng">
            <a:solidFill>
              <a:srgbClr val="AA9868"/>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5" name="Google Shape;25;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Font typeface="Avenir"/>
              <a:buChar char="●"/>
              <a:defRPr sz="1400">
                <a:latin typeface="Avenir"/>
                <a:ea typeface="Avenir"/>
                <a:cs typeface="Avenir"/>
                <a:sym typeface="Avenir"/>
              </a:defRPr>
            </a:lvl1pPr>
            <a:lvl2pPr marL="914400" lvl="1" indent="-304800">
              <a:spcBef>
                <a:spcPts val="0"/>
              </a:spcBef>
              <a:spcAft>
                <a:spcPts val="0"/>
              </a:spcAft>
              <a:buSzPts val="1200"/>
              <a:buFont typeface="Avenir"/>
              <a:buChar char="○"/>
              <a:defRPr sz="1200">
                <a:latin typeface="Avenir"/>
                <a:ea typeface="Avenir"/>
                <a:cs typeface="Avenir"/>
                <a:sym typeface="Avenir"/>
              </a:defRPr>
            </a:lvl2pPr>
            <a:lvl3pPr marL="1371600" lvl="2" indent="-304800">
              <a:spcBef>
                <a:spcPts val="0"/>
              </a:spcBef>
              <a:spcAft>
                <a:spcPts val="0"/>
              </a:spcAft>
              <a:buSzPts val="1200"/>
              <a:buFont typeface="Avenir"/>
              <a:buChar char="■"/>
              <a:defRPr sz="1200">
                <a:latin typeface="Avenir"/>
                <a:ea typeface="Avenir"/>
                <a:cs typeface="Avenir"/>
                <a:sym typeface="Avenir"/>
              </a:defRPr>
            </a:lvl3pPr>
            <a:lvl4pPr marL="1828800" lvl="3" indent="-304800">
              <a:spcBef>
                <a:spcPts val="0"/>
              </a:spcBef>
              <a:spcAft>
                <a:spcPts val="0"/>
              </a:spcAft>
              <a:buSzPts val="1200"/>
              <a:buFont typeface="Avenir"/>
              <a:buChar char="●"/>
              <a:defRPr sz="1200">
                <a:latin typeface="Avenir"/>
                <a:ea typeface="Avenir"/>
                <a:cs typeface="Avenir"/>
                <a:sym typeface="Avenir"/>
              </a:defRPr>
            </a:lvl4pPr>
            <a:lvl5pPr marL="2286000" lvl="4" indent="-304800">
              <a:spcBef>
                <a:spcPts val="0"/>
              </a:spcBef>
              <a:spcAft>
                <a:spcPts val="0"/>
              </a:spcAft>
              <a:buSzPts val="1200"/>
              <a:buFont typeface="Avenir"/>
              <a:buChar char="○"/>
              <a:defRPr sz="1200">
                <a:latin typeface="Avenir"/>
                <a:ea typeface="Avenir"/>
                <a:cs typeface="Avenir"/>
                <a:sym typeface="Avenir"/>
              </a:defRPr>
            </a:lvl5pPr>
            <a:lvl6pPr marL="2743200" lvl="5" indent="-304800">
              <a:spcBef>
                <a:spcPts val="0"/>
              </a:spcBef>
              <a:spcAft>
                <a:spcPts val="0"/>
              </a:spcAft>
              <a:buSzPts val="1200"/>
              <a:buFont typeface="Avenir"/>
              <a:buChar char="■"/>
              <a:defRPr sz="1200">
                <a:latin typeface="Avenir"/>
                <a:ea typeface="Avenir"/>
                <a:cs typeface="Avenir"/>
                <a:sym typeface="Avenir"/>
              </a:defRPr>
            </a:lvl6pPr>
            <a:lvl7pPr marL="3200400" lvl="6" indent="-304800">
              <a:spcBef>
                <a:spcPts val="0"/>
              </a:spcBef>
              <a:spcAft>
                <a:spcPts val="0"/>
              </a:spcAft>
              <a:buSzPts val="1200"/>
              <a:buFont typeface="Avenir"/>
              <a:buChar char="●"/>
              <a:defRPr sz="1200">
                <a:latin typeface="Avenir"/>
                <a:ea typeface="Avenir"/>
                <a:cs typeface="Avenir"/>
                <a:sym typeface="Avenir"/>
              </a:defRPr>
            </a:lvl7pPr>
            <a:lvl8pPr marL="3657600" lvl="7" indent="-304800">
              <a:spcBef>
                <a:spcPts val="0"/>
              </a:spcBef>
              <a:spcAft>
                <a:spcPts val="0"/>
              </a:spcAft>
              <a:buSzPts val="1200"/>
              <a:buFont typeface="Avenir"/>
              <a:buChar char="○"/>
              <a:defRPr sz="1200">
                <a:latin typeface="Avenir"/>
                <a:ea typeface="Avenir"/>
                <a:cs typeface="Avenir"/>
                <a:sym typeface="Avenir"/>
              </a:defRPr>
            </a:lvl8pPr>
            <a:lvl9pPr marL="4114800" lvl="8" indent="-304800">
              <a:spcBef>
                <a:spcPts val="0"/>
              </a:spcBef>
              <a:spcAft>
                <a:spcPts val="0"/>
              </a:spcAft>
              <a:buSzPts val="1200"/>
              <a:buFont typeface="Avenir"/>
              <a:buChar char="■"/>
              <a:defRPr sz="1200">
                <a:latin typeface="Avenir"/>
                <a:ea typeface="Avenir"/>
                <a:cs typeface="Avenir"/>
                <a:sym typeface="Avenir"/>
              </a:defRPr>
            </a:lvl9pPr>
          </a:lstStyle>
          <a:p>
            <a:endParaRPr/>
          </a:p>
        </p:txBody>
      </p:sp>
      <p:sp>
        <p:nvSpPr>
          <p:cNvPr id="26" name="Google Shape;26;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Font typeface="Avenir"/>
              <a:buChar char="●"/>
              <a:defRPr sz="1400">
                <a:latin typeface="Avenir"/>
                <a:ea typeface="Avenir"/>
                <a:cs typeface="Avenir"/>
                <a:sym typeface="Avenir"/>
              </a:defRPr>
            </a:lvl1pPr>
            <a:lvl2pPr marL="914400" lvl="1" indent="-304800">
              <a:spcBef>
                <a:spcPts val="0"/>
              </a:spcBef>
              <a:spcAft>
                <a:spcPts val="0"/>
              </a:spcAft>
              <a:buSzPts val="1200"/>
              <a:buFont typeface="Avenir"/>
              <a:buChar char="○"/>
              <a:defRPr sz="1200">
                <a:latin typeface="Avenir"/>
                <a:ea typeface="Avenir"/>
                <a:cs typeface="Avenir"/>
                <a:sym typeface="Avenir"/>
              </a:defRPr>
            </a:lvl2pPr>
            <a:lvl3pPr marL="1371600" lvl="2" indent="-304800">
              <a:spcBef>
                <a:spcPts val="0"/>
              </a:spcBef>
              <a:spcAft>
                <a:spcPts val="0"/>
              </a:spcAft>
              <a:buSzPts val="1200"/>
              <a:buFont typeface="Avenir"/>
              <a:buChar char="■"/>
              <a:defRPr sz="1200">
                <a:latin typeface="Avenir"/>
                <a:ea typeface="Avenir"/>
                <a:cs typeface="Avenir"/>
                <a:sym typeface="Avenir"/>
              </a:defRPr>
            </a:lvl3pPr>
            <a:lvl4pPr marL="1828800" lvl="3" indent="-304800">
              <a:spcBef>
                <a:spcPts val="0"/>
              </a:spcBef>
              <a:spcAft>
                <a:spcPts val="0"/>
              </a:spcAft>
              <a:buSzPts val="1200"/>
              <a:buFont typeface="Avenir"/>
              <a:buChar char="●"/>
              <a:defRPr sz="1200">
                <a:latin typeface="Avenir"/>
                <a:ea typeface="Avenir"/>
                <a:cs typeface="Avenir"/>
                <a:sym typeface="Avenir"/>
              </a:defRPr>
            </a:lvl4pPr>
            <a:lvl5pPr marL="2286000" lvl="4" indent="-304800">
              <a:spcBef>
                <a:spcPts val="0"/>
              </a:spcBef>
              <a:spcAft>
                <a:spcPts val="0"/>
              </a:spcAft>
              <a:buSzPts val="1200"/>
              <a:buFont typeface="Avenir"/>
              <a:buChar char="○"/>
              <a:defRPr sz="1200">
                <a:latin typeface="Avenir"/>
                <a:ea typeface="Avenir"/>
                <a:cs typeface="Avenir"/>
                <a:sym typeface="Avenir"/>
              </a:defRPr>
            </a:lvl5pPr>
            <a:lvl6pPr marL="2743200" lvl="5" indent="-304800">
              <a:spcBef>
                <a:spcPts val="0"/>
              </a:spcBef>
              <a:spcAft>
                <a:spcPts val="0"/>
              </a:spcAft>
              <a:buSzPts val="1200"/>
              <a:buFont typeface="Avenir"/>
              <a:buChar char="■"/>
              <a:defRPr sz="1200">
                <a:latin typeface="Avenir"/>
                <a:ea typeface="Avenir"/>
                <a:cs typeface="Avenir"/>
                <a:sym typeface="Avenir"/>
              </a:defRPr>
            </a:lvl6pPr>
            <a:lvl7pPr marL="3200400" lvl="6" indent="-304800">
              <a:spcBef>
                <a:spcPts val="0"/>
              </a:spcBef>
              <a:spcAft>
                <a:spcPts val="0"/>
              </a:spcAft>
              <a:buSzPts val="1200"/>
              <a:buFont typeface="Avenir"/>
              <a:buChar char="●"/>
              <a:defRPr sz="1200">
                <a:latin typeface="Avenir"/>
                <a:ea typeface="Avenir"/>
                <a:cs typeface="Avenir"/>
                <a:sym typeface="Avenir"/>
              </a:defRPr>
            </a:lvl7pPr>
            <a:lvl8pPr marL="3657600" lvl="7" indent="-304800">
              <a:spcBef>
                <a:spcPts val="0"/>
              </a:spcBef>
              <a:spcAft>
                <a:spcPts val="0"/>
              </a:spcAft>
              <a:buSzPts val="1200"/>
              <a:buFont typeface="Avenir"/>
              <a:buChar char="○"/>
              <a:defRPr sz="1200">
                <a:latin typeface="Avenir"/>
                <a:ea typeface="Avenir"/>
                <a:cs typeface="Avenir"/>
                <a:sym typeface="Avenir"/>
              </a:defRPr>
            </a:lvl8pPr>
            <a:lvl9pPr marL="4114800" lvl="8" indent="-304800">
              <a:spcBef>
                <a:spcPts val="0"/>
              </a:spcBef>
              <a:spcAft>
                <a:spcPts val="0"/>
              </a:spcAft>
              <a:buSzPts val="1200"/>
              <a:buFont typeface="Avenir"/>
              <a:buChar char="■"/>
              <a:defRPr sz="1200">
                <a:latin typeface="Avenir"/>
                <a:ea typeface="Avenir"/>
                <a:cs typeface="Avenir"/>
                <a:sym typeface="Avenir"/>
              </a:defRPr>
            </a:lvl9pPr>
          </a:lstStyle>
          <a:p>
            <a:endParaRPr/>
          </a:p>
        </p:txBody>
      </p:sp>
      <p:sp>
        <p:nvSpPr>
          <p:cNvPr id="27" name="Google Shape;27;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0" name="Google Shape;30;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1"/>
        <p:cNvGrpSpPr/>
        <p:nvPr/>
      </p:nvGrpSpPr>
      <p:grpSpPr>
        <a:xfrm>
          <a:off x="0" y="0"/>
          <a:ext cx="0" cy="0"/>
          <a:chOff x="0" y="0"/>
          <a:chExt cx="0" cy="0"/>
        </a:xfrm>
      </p:grpSpPr>
      <p:sp>
        <p:nvSpPr>
          <p:cNvPr id="32" name="Google Shape;32;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3" name="Google Shape;33;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Font typeface="Avenir"/>
              <a:buChar char="●"/>
              <a:defRPr sz="1200">
                <a:latin typeface="Avenir"/>
                <a:ea typeface="Avenir"/>
                <a:cs typeface="Avenir"/>
                <a:sym typeface="Avenir"/>
              </a:defRPr>
            </a:lvl1pPr>
            <a:lvl2pPr marL="914400" lvl="1" indent="-304800">
              <a:spcBef>
                <a:spcPts val="0"/>
              </a:spcBef>
              <a:spcAft>
                <a:spcPts val="0"/>
              </a:spcAft>
              <a:buSzPts val="1200"/>
              <a:buFont typeface="Avenir"/>
              <a:buChar char="○"/>
              <a:defRPr sz="1200">
                <a:latin typeface="Avenir"/>
                <a:ea typeface="Avenir"/>
                <a:cs typeface="Avenir"/>
                <a:sym typeface="Avenir"/>
              </a:defRPr>
            </a:lvl2pPr>
            <a:lvl3pPr marL="1371600" lvl="2" indent="-304800">
              <a:spcBef>
                <a:spcPts val="0"/>
              </a:spcBef>
              <a:spcAft>
                <a:spcPts val="0"/>
              </a:spcAft>
              <a:buSzPts val="1200"/>
              <a:buFont typeface="Avenir"/>
              <a:buChar char="■"/>
              <a:defRPr sz="1200">
                <a:latin typeface="Avenir"/>
                <a:ea typeface="Avenir"/>
                <a:cs typeface="Avenir"/>
                <a:sym typeface="Avenir"/>
              </a:defRPr>
            </a:lvl3pPr>
            <a:lvl4pPr marL="1828800" lvl="3" indent="-304800">
              <a:spcBef>
                <a:spcPts val="0"/>
              </a:spcBef>
              <a:spcAft>
                <a:spcPts val="0"/>
              </a:spcAft>
              <a:buSzPts val="1200"/>
              <a:buFont typeface="Avenir"/>
              <a:buChar char="●"/>
              <a:defRPr sz="1200">
                <a:latin typeface="Avenir"/>
                <a:ea typeface="Avenir"/>
                <a:cs typeface="Avenir"/>
                <a:sym typeface="Avenir"/>
              </a:defRPr>
            </a:lvl4pPr>
            <a:lvl5pPr marL="2286000" lvl="4" indent="-304800">
              <a:spcBef>
                <a:spcPts val="0"/>
              </a:spcBef>
              <a:spcAft>
                <a:spcPts val="0"/>
              </a:spcAft>
              <a:buSzPts val="1200"/>
              <a:buFont typeface="Avenir"/>
              <a:buChar char="○"/>
              <a:defRPr sz="1200">
                <a:latin typeface="Avenir"/>
                <a:ea typeface="Avenir"/>
                <a:cs typeface="Avenir"/>
                <a:sym typeface="Avenir"/>
              </a:defRPr>
            </a:lvl5pPr>
            <a:lvl6pPr marL="2743200" lvl="5" indent="-304800">
              <a:spcBef>
                <a:spcPts val="0"/>
              </a:spcBef>
              <a:spcAft>
                <a:spcPts val="0"/>
              </a:spcAft>
              <a:buSzPts val="1200"/>
              <a:buFont typeface="Avenir"/>
              <a:buChar char="■"/>
              <a:defRPr sz="1200">
                <a:latin typeface="Avenir"/>
                <a:ea typeface="Avenir"/>
                <a:cs typeface="Avenir"/>
                <a:sym typeface="Avenir"/>
              </a:defRPr>
            </a:lvl6pPr>
            <a:lvl7pPr marL="3200400" lvl="6" indent="-304800">
              <a:spcBef>
                <a:spcPts val="0"/>
              </a:spcBef>
              <a:spcAft>
                <a:spcPts val="0"/>
              </a:spcAft>
              <a:buSzPts val="1200"/>
              <a:buFont typeface="Avenir"/>
              <a:buChar char="●"/>
              <a:defRPr sz="1200">
                <a:latin typeface="Avenir"/>
                <a:ea typeface="Avenir"/>
                <a:cs typeface="Avenir"/>
                <a:sym typeface="Avenir"/>
              </a:defRPr>
            </a:lvl7pPr>
            <a:lvl8pPr marL="3657600" lvl="7" indent="-304800">
              <a:spcBef>
                <a:spcPts val="0"/>
              </a:spcBef>
              <a:spcAft>
                <a:spcPts val="0"/>
              </a:spcAft>
              <a:buSzPts val="1200"/>
              <a:buFont typeface="Avenir"/>
              <a:buChar char="○"/>
              <a:defRPr sz="1200">
                <a:latin typeface="Avenir"/>
                <a:ea typeface="Avenir"/>
                <a:cs typeface="Avenir"/>
                <a:sym typeface="Avenir"/>
              </a:defRPr>
            </a:lvl8pPr>
            <a:lvl9pPr marL="4114800" lvl="8" indent="-304800">
              <a:spcBef>
                <a:spcPts val="0"/>
              </a:spcBef>
              <a:spcAft>
                <a:spcPts val="0"/>
              </a:spcAft>
              <a:buSzPts val="1200"/>
              <a:buFont typeface="Avenir"/>
              <a:buChar char="■"/>
              <a:defRPr sz="1200">
                <a:latin typeface="Avenir"/>
                <a:ea typeface="Avenir"/>
                <a:cs typeface="Avenir"/>
                <a:sym typeface="Avenir"/>
              </a:defRPr>
            </a:lvl9pPr>
          </a:lstStyle>
          <a:p>
            <a:endParaRPr/>
          </a:p>
        </p:txBody>
      </p:sp>
      <p:sp>
        <p:nvSpPr>
          <p:cNvPr id="34" name="Google Shape;34;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5"/>
        <p:cNvGrpSpPr/>
        <p:nvPr/>
      </p:nvGrpSpPr>
      <p:grpSpPr>
        <a:xfrm>
          <a:off x="0" y="0"/>
          <a:ext cx="0" cy="0"/>
          <a:chOff x="0" y="0"/>
          <a:chExt cx="0" cy="0"/>
        </a:xfrm>
      </p:grpSpPr>
      <p:sp>
        <p:nvSpPr>
          <p:cNvPr id="36" name="Google Shape;36;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7" name="Google Shape;37;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8"/>
        <p:cNvGrpSpPr/>
        <p:nvPr/>
      </p:nvGrpSpPr>
      <p:grpSpPr>
        <a:xfrm>
          <a:off x="0" y="0"/>
          <a:ext cx="0" cy="0"/>
          <a:chOff x="0" y="0"/>
          <a:chExt cx="0" cy="0"/>
        </a:xfrm>
      </p:grpSpPr>
      <p:sp>
        <p:nvSpPr>
          <p:cNvPr id="39" name="Google Shape;39;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1" name="Google Shape;41;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Font typeface="Avenir"/>
              <a:buNone/>
              <a:defRPr sz="2100">
                <a:latin typeface="Avenir"/>
                <a:ea typeface="Avenir"/>
                <a:cs typeface="Avenir"/>
                <a:sym typeface="Avenir"/>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2" name="Google Shape;42;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3" name="Google Shape;43;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4"/>
        <p:cNvGrpSpPr/>
        <p:nvPr/>
      </p:nvGrpSpPr>
      <p:grpSpPr>
        <a:xfrm>
          <a:off x="0" y="0"/>
          <a:ext cx="0" cy="0"/>
          <a:chOff x="0" y="0"/>
          <a:chExt cx="0" cy="0"/>
        </a:xfrm>
      </p:grpSpPr>
      <p:sp>
        <p:nvSpPr>
          <p:cNvPr id="45" name="Google Shape;45;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6" name="Google Shape;46;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7"/>
        <p:cNvGrpSpPr/>
        <p:nvPr/>
      </p:nvGrpSpPr>
      <p:grpSpPr>
        <a:xfrm>
          <a:off x="0" y="0"/>
          <a:ext cx="0" cy="0"/>
          <a:chOff x="0" y="0"/>
          <a:chExt cx="0" cy="0"/>
        </a:xfrm>
      </p:grpSpPr>
      <p:sp>
        <p:nvSpPr>
          <p:cNvPr id="48" name="Google Shape;48;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9" name="Google Shape;49;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Font typeface="Avenir"/>
              <a:buChar char="●"/>
              <a:defRPr>
                <a:latin typeface="Avenir"/>
                <a:ea typeface="Avenir"/>
                <a:cs typeface="Avenir"/>
                <a:sym typeface="Avenir"/>
              </a:defRPr>
            </a:lvl1pPr>
            <a:lvl2pPr marL="914400" lvl="1" indent="-317500" algn="ctr">
              <a:spcBef>
                <a:spcPts val="0"/>
              </a:spcBef>
              <a:spcAft>
                <a:spcPts val="0"/>
              </a:spcAft>
              <a:buSzPts val="1400"/>
              <a:buFont typeface="Avenir"/>
              <a:buChar char="○"/>
              <a:defRPr>
                <a:latin typeface="Avenir"/>
                <a:ea typeface="Avenir"/>
                <a:cs typeface="Avenir"/>
                <a:sym typeface="Avenir"/>
              </a:defRPr>
            </a:lvl2pPr>
            <a:lvl3pPr marL="1371600" lvl="2" indent="-317500" algn="ctr">
              <a:spcBef>
                <a:spcPts val="0"/>
              </a:spcBef>
              <a:spcAft>
                <a:spcPts val="0"/>
              </a:spcAft>
              <a:buSzPts val="1400"/>
              <a:buFont typeface="Avenir"/>
              <a:buChar char="■"/>
              <a:defRPr>
                <a:latin typeface="Avenir"/>
                <a:ea typeface="Avenir"/>
                <a:cs typeface="Avenir"/>
                <a:sym typeface="Avenir"/>
              </a:defRPr>
            </a:lvl3pPr>
            <a:lvl4pPr marL="1828800" lvl="3" indent="-317500" algn="ctr">
              <a:spcBef>
                <a:spcPts val="0"/>
              </a:spcBef>
              <a:spcAft>
                <a:spcPts val="0"/>
              </a:spcAft>
              <a:buSzPts val="1400"/>
              <a:buFont typeface="Avenir"/>
              <a:buChar char="●"/>
              <a:defRPr>
                <a:latin typeface="Avenir"/>
                <a:ea typeface="Avenir"/>
                <a:cs typeface="Avenir"/>
                <a:sym typeface="Avenir"/>
              </a:defRPr>
            </a:lvl4pPr>
            <a:lvl5pPr marL="2286000" lvl="4" indent="-317500" algn="ctr">
              <a:spcBef>
                <a:spcPts val="0"/>
              </a:spcBef>
              <a:spcAft>
                <a:spcPts val="0"/>
              </a:spcAft>
              <a:buSzPts val="1400"/>
              <a:buFont typeface="Avenir"/>
              <a:buChar char="○"/>
              <a:defRPr>
                <a:latin typeface="Avenir"/>
                <a:ea typeface="Avenir"/>
                <a:cs typeface="Avenir"/>
                <a:sym typeface="Avenir"/>
              </a:defRPr>
            </a:lvl5pPr>
            <a:lvl6pPr marL="2743200" lvl="5" indent="-317500" algn="ctr">
              <a:spcBef>
                <a:spcPts val="0"/>
              </a:spcBef>
              <a:spcAft>
                <a:spcPts val="0"/>
              </a:spcAft>
              <a:buSzPts val="1400"/>
              <a:buFont typeface="Avenir"/>
              <a:buChar char="■"/>
              <a:defRPr>
                <a:latin typeface="Avenir"/>
                <a:ea typeface="Avenir"/>
                <a:cs typeface="Avenir"/>
                <a:sym typeface="Avenir"/>
              </a:defRPr>
            </a:lvl6pPr>
            <a:lvl7pPr marL="3200400" lvl="6" indent="-317500" algn="ctr">
              <a:spcBef>
                <a:spcPts val="0"/>
              </a:spcBef>
              <a:spcAft>
                <a:spcPts val="0"/>
              </a:spcAft>
              <a:buSzPts val="1400"/>
              <a:buFont typeface="Avenir"/>
              <a:buChar char="●"/>
              <a:defRPr>
                <a:latin typeface="Avenir"/>
                <a:ea typeface="Avenir"/>
                <a:cs typeface="Avenir"/>
                <a:sym typeface="Avenir"/>
              </a:defRPr>
            </a:lvl7pPr>
            <a:lvl8pPr marL="3657600" lvl="7" indent="-317500" algn="ctr">
              <a:spcBef>
                <a:spcPts val="0"/>
              </a:spcBef>
              <a:spcAft>
                <a:spcPts val="0"/>
              </a:spcAft>
              <a:buSzPts val="1400"/>
              <a:buFont typeface="Avenir"/>
              <a:buChar char="○"/>
              <a:defRPr>
                <a:latin typeface="Avenir"/>
                <a:ea typeface="Avenir"/>
                <a:cs typeface="Avenir"/>
                <a:sym typeface="Avenir"/>
              </a:defRPr>
            </a:lvl8pPr>
            <a:lvl9pPr marL="4114800" lvl="8" indent="-317500" algn="ctr">
              <a:spcBef>
                <a:spcPts val="0"/>
              </a:spcBef>
              <a:spcAft>
                <a:spcPts val="0"/>
              </a:spcAft>
              <a:buSzPts val="1400"/>
              <a:buFont typeface="Avenir"/>
              <a:buChar char="■"/>
              <a:defRPr>
                <a:latin typeface="Avenir"/>
                <a:ea typeface="Avenir"/>
                <a:cs typeface="Avenir"/>
                <a:sym typeface="Avenir"/>
              </a:defRPr>
            </a:lvl9pPr>
          </a:lstStyle>
          <a:p>
            <a:endParaRPr/>
          </a:p>
        </p:txBody>
      </p:sp>
      <p:sp>
        <p:nvSpPr>
          <p:cNvPr id="50" name="Google Shape;50;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1"/>
        <p:cNvGrpSpPr/>
        <p:nvPr/>
      </p:nvGrpSpPr>
      <p:grpSpPr>
        <a:xfrm>
          <a:off x="0" y="0"/>
          <a:ext cx="0" cy="0"/>
          <a:chOff x="0" y="0"/>
          <a:chExt cx="0" cy="0"/>
        </a:xfrm>
      </p:grpSpPr>
      <p:sp>
        <p:nvSpPr>
          <p:cNvPr id="52" name="Google Shape;52;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lt1"/>
              </a:buClr>
              <a:buSzPts val="2800"/>
              <a:buFont typeface="Avenir"/>
              <a:buNone/>
              <a:defRPr sz="2800">
                <a:solidFill>
                  <a:schemeClr val="lt1"/>
                </a:solidFill>
                <a:latin typeface="Avenir"/>
                <a:ea typeface="Avenir"/>
                <a:cs typeface="Avenir"/>
                <a:sym typeface="Avenir"/>
              </a:defRPr>
            </a:lvl1pPr>
            <a:lvl2pPr lvl="1">
              <a:spcBef>
                <a:spcPts val="0"/>
              </a:spcBef>
              <a:spcAft>
                <a:spcPts val="0"/>
              </a:spcAft>
              <a:buClr>
                <a:schemeClr val="lt1"/>
              </a:buClr>
              <a:buSzPts val="2800"/>
              <a:buNone/>
              <a:defRPr sz="2800">
                <a:solidFill>
                  <a:schemeClr val="lt1"/>
                </a:solidFill>
              </a:defRPr>
            </a:lvl2pPr>
            <a:lvl3pPr lvl="2">
              <a:spcBef>
                <a:spcPts val="0"/>
              </a:spcBef>
              <a:spcAft>
                <a:spcPts val="0"/>
              </a:spcAft>
              <a:buClr>
                <a:schemeClr val="lt1"/>
              </a:buClr>
              <a:buSzPts val="2800"/>
              <a:buNone/>
              <a:defRPr sz="2800">
                <a:solidFill>
                  <a:schemeClr val="lt1"/>
                </a:solidFill>
              </a:defRPr>
            </a:lvl3pPr>
            <a:lvl4pPr lvl="3">
              <a:spcBef>
                <a:spcPts val="0"/>
              </a:spcBef>
              <a:spcAft>
                <a:spcPts val="0"/>
              </a:spcAft>
              <a:buClr>
                <a:schemeClr val="lt1"/>
              </a:buClr>
              <a:buSzPts val="2800"/>
              <a:buNone/>
              <a:defRPr sz="2800">
                <a:solidFill>
                  <a:schemeClr val="lt1"/>
                </a:solidFill>
              </a:defRPr>
            </a:lvl4pPr>
            <a:lvl5pPr lvl="4">
              <a:spcBef>
                <a:spcPts val="0"/>
              </a:spcBef>
              <a:spcAft>
                <a:spcPts val="0"/>
              </a:spcAft>
              <a:buClr>
                <a:schemeClr val="lt1"/>
              </a:buClr>
              <a:buSzPts val="2800"/>
              <a:buNone/>
              <a:defRPr sz="2800">
                <a:solidFill>
                  <a:schemeClr val="lt1"/>
                </a:solidFill>
              </a:defRPr>
            </a:lvl5pPr>
            <a:lvl6pPr lvl="5">
              <a:spcBef>
                <a:spcPts val="0"/>
              </a:spcBef>
              <a:spcAft>
                <a:spcPts val="0"/>
              </a:spcAft>
              <a:buClr>
                <a:schemeClr val="lt1"/>
              </a:buClr>
              <a:buSzPts val="2800"/>
              <a:buNone/>
              <a:defRPr sz="2800">
                <a:solidFill>
                  <a:schemeClr val="lt1"/>
                </a:solidFill>
              </a:defRPr>
            </a:lvl6pPr>
            <a:lvl7pPr lvl="6">
              <a:spcBef>
                <a:spcPts val="0"/>
              </a:spcBef>
              <a:spcAft>
                <a:spcPts val="0"/>
              </a:spcAft>
              <a:buClr>
                <a:schemeClr val="lt1"/>
              </a:buClr>
              <a:buSzPts val="2800"/>
              <a:buNone/>
              <a:defRPr sz="2800">
                <a:solidFill>
                  <a:schemeClr val="lt1"/>
                </a:solidFill>
              </a:defRPr>
            </a:lvl7pPr>
            <a:lvl8pPr lvl="7">
              <a:spcBef>
                <a:spcPts val="0"/>
              </a:spcBef>
              <a:spcAft>
                <a:spcPts val="0"/>
              </a:spcAft>
              <a:buClr>
                <a:schemeClr val="lt1"/>
              </a:buClr>
              <a:buSzPts val="2800"/>
              <a:buNone/>
              <a:defRPr sz="2800">
                <a:solidFill>
                  <a:schemeClr val="lt1"/>
                </a:solidFill>
              </a:defRPr>
            </a:lvl8pPr>
            <a:lvl9pPr lvl="8">
              <a:spcBef>
                <a:spcPts val="0"/>
              </a:spcBef>
              <a:spcAft>
                <a:spcPts val="0"/>
              </a:spcAft>
              <a:buClr>
                <a:schemeClr val="lt1"/>
              </a:buClr>
              <a:buSzPts val="2800"/>
              <a:buNone/>
              <a:defRPr sz="2800">
                <a:solidFill>
                  <a:schemeClr val="lt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lt1"/>
              </a:buClr>
              <a:buSzPts val="1800"/>
              <a:buChar char="●"/>
              <a:defRPr sz="1800">
                <a:solidFill>
                  <a:schemeClr val="lt1"/>
                </a:solidFill>
              </a:defRPr>
            </a:lvl1pPr>
            <a:lvl2pPr marL="914400" lvl="1" indent="-317500">
              <a:lnSpc>
                <a:spcPct val="115000"/>
              </a:lnSpc>
              <a:spcBef>
                <a:spcPts val="0"/>
              </a:spcBef>
              <a:spcAft>
                <a:spcPts val="0"/>
              </a:spcAft>
              <a:buClr>
                <a:schemeClr val="lt1"/>
              </a:buClr>
              <a:buSzPts val="1400"/>
              <a:buChar char="○"/>
              <a:defRPr>
                <a:solidFill>
                  <a:schemeClr val="lt1"/>
                </a:solidFill>
              </a:defRPr>
            </a:lvl2pPr>
            <a:lvl3pPr marL="1371600" lvl="2" indent="-317500">
              <a:lnSpc>
                <a:spcPct val="115000"/>
              </a:lnSpc>
              <a:spcBef>
                <a:spcPts val="0"/>
              </a:spcBef>
              <a:spcAft>
                <a:spcPts val="0"/>
              </a:spcAft>
              <a:buClr>
                <a:schemeClr val="lt1"/>
              </a:buClr>
              <a:buSzPts val="1400"/>
              <a:buChar char="■"/>
              <a:defRPr>
                <a:solidFill>
                  <a:schemeClr val="lt1"/>
                </a:solidFill>
              </a:defRPr>
            </a:lvl3pPr>
            <a:lvl4pPr marL="1828800" lvl="3" indent="-317500">
              <a:lnSpc>
                <a:spcPct val="115000"/>
              </a:lnSpc>
              <a:spcBef>
                <a:spcPts val="0"/>
              </a:spcBef>
              <a:spcAft>
                <a:spcPts val="0"/>
              </a:spcAft>
              <a:buClr>
                <a:schemeClr val="lt1"/>
              </a:buClr>
              <a:buSzPts val="1400"/>
              <a:buChar char="●"/>
              <a:defRPr>
                <a:solidFill>
                  <a:schemeClr val="lt1"/>
                </a:solidFill>
              </a:defRPr>
            </a:lvl4pPr>
            <a:lvl5pPr marL="2286000" lvl="4" indent="-317500">
              <a:lnSpc>
                <a:spcPct val="115000"/>
              </a:lnSpc>
              <a:spcBef>
                <a:spcPts val="0"/>
              </a:spcBef>
              <a:spcAft>
                <a:spcPts val="0"/>
              </a:spcAft>
              <a:buClr>
                <a:schemeClr val="lt1"/>
              </a:buClr>
              <a:buSzPts val="1400"/>
              <a:buChar char="○"/>
              <a:defRPr>
                <a:solidFill>
                  <a:schemeClr val="lt1"/>
                </a:solidFill>
              </a:defRPr>
            </a:lvl5pPr>
            <a:lvl6pPr marL="2743200" lvl="5" indent="-317500">
              <a:lnSpc>
                <a:spcPct val="115000"/>
              </a:lnSpc>
              <a:spcBef>
                <a:spcPts val="0"/>
              </a:spcBef>
              <a:spcAft>
                <a:spcPts val="0"/>
              </a:spcAft>
              <a:buClr>
                <a:schemeClr val="lt1"/>
              </a:buClr>
              <a:buSzPts val="1400"/>
              <a:buChar char="■"/>
              <a:defRPr>
                <a:solidFill>
                  <a:schemeClr val="lt1"/>
                </a:solidFill>
              </a:defRPr>
            </a:lvl6pPr>
            <a:lvl7pPr marL="3200400" lvl="6" indent="-317500">
              <a:lnSpc>
                <a:spcPct val="115000"/>
              </a:lnSpc>
              <a:spcBef>
                <a:spcPts val="0"/>
              </a:spcBef>
              <a:spcAft>
                <a:spcPts val="0"/>
              </a:spcAft>
              <a:buClr>
                <a:schemeClr val="lt1"/>
              </a:buClr>
              <a:buSzPts val="1400"/>
              <a:buChar char="●"/>
              <a:defRPr>
                <a:solidFill>
                  <a:schemeClr val="lt1"/>
                </a:solidFill>
              </a:defRPr>
            </a:lvl7pPr>
            <a:lvl8pPr marL="3657600" lvl="7" indent="-317500">
              <a:lnSpc>
                <a:spcPct val="115000"/>
              </a:lnSpc>
              <a:spcBef>
                <a:spcPts val="0"/>
              </a:spcBef>
              <a:spcAft>
                <a:spcPts val="0"/>
              </a:spcAft>
              <a:buClr>
                <a:schemeClr val="lt1"/>
              </a:buClr>
              <a:buSzPts val="1400"/>
              <a:buChar char="○"/>
              <a:defRPr>
                <a:solidFill>
                  <a:schemeClr val="lt1"/>
                </a:solidFill>
              </a:defRPr>
            </a:lvl8pPr>
            <a:lvl9pPr marL="4114800" lvl="8" indent="-317500">
              <a:lnSpc>
                <a:spcPct val="115000"/>
              </a:lnSpc>
              <a:spcBef>
                <a:spcPts val="0"/>
              </a:spcBef>
              <a:spcAft>
                <a:spcPts val="0"/>
              </a:spcAft>
              <a:buClr>
                <a:schemeClr val="lt1"/>
              </a:buClr>
              <a:buSzPts val="1400"/>
              <a:buChar char="■"/>
              <a:defRPr>
                <a:solidFill>
                  <a:schemeClr val="lt1"/>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
        <p:nvSpPr>
          <p:cNvPr id="9" name="Google Shape;9;p1"/>
          <p:cNvSpPr txBox="1"/>
          <p:nvPr/>
        </p:nvSpPr>
        <p:spPr>
          <a:xfrm>
            <a:off x="737875" y="4570975"/>
            <a:ext cx="37530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a:solidFill>
                  <a:schemeClr val="lt1"/>
                </a:solidFill>
                <a:latin typeface="Avenir"/>
                <a:ea typeface="Avenir"/>
                <a:cs typeface="Avenir"/>
                <a:sym typeface="Avenir"/>
              </a:rPr>
              <a:t>Presentation Title</a:t>
            </a:r>
            <a:endParaRPr sz="1000" b="1">
              <a:solidFill>
                <a:schemeClr val="lt1"/>
              </a:solidFill>
              <a:latin typeface="Avenir"/>
              <a:ea typeface="Avenir"/>
              <a:cs typeface="Avenir"/>
              <a:sym typeface="Avenir"/>
            </a:endParaRPr>
          </a:p>
        </p:txBody>
      </p:sp>
      <p:pic>
        <p:nvPicPr>
          <p:cNvPr id="10" name="Google Shape;10;p1"/>
          <p:cNvPicPr preferRelativeResize="0"/>
          <p:nvPr/>
        </p:nvPicPr>
        <p:blipFill>
          <a:blip r:embed="rId13">
            <a:alphaModFix/>
          </a:blip>
          <a:stretch>
            <a:fillRect/>
          </a:stretch>
        </p:blipFill>
        <p:spPr>
          <a:xfrm>
            <a:off x="266688" y="4591913"/>
            <a:ext cx="391875" cy="2926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hyperlink" Target="https://github.com/Saisrinivas783/Capstone_Group_5" TargetMode="Externa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6"/>
        <p:cNvGrpSpPr/>
        <p:nvPr/>
      </p:nvGrpSpPr>
      <p:grpSpPr>
        <a:xfrm>
          <a:off x="0" y="0"/>
          <a:ext cx="0" cy="0"/>
          <a:chOff x="0" y="0"/>
          <a:chExt cx="0" cy="0"/>
        </a:xfrm>
      </p:grpSpPr>
      <p:sp>
        <p:nvSpPr>
          <p:cNvPr id="57" name="Google Shape;57;p13"/>
          <p:cNvSpPr txBox="1">
            <a:spLocks noGrp="1"/>
          </p:cNvSpPr>
          <p:nvPr>
            <p:ph type="ctrTitle" idx="4294967295"/>
          </p:nvPr>
        </p:nvSpPr>
        <p:spPr>
          <a:xfrm>
            <a:off x="244808" y="385500"/>
            <a:ext cx="4238152" cy="2052600"/>
          </a:xfrm>
          <a:prstGeom prst="rect">
            <a:avLst/>
          </a:prstGeom>
        </p:spPr>
        <p:txBody>
          <a:bodyPr spcFirstLastPara="1" wrap="square" lIns="91425" tIns="91425" rIns="91425" bIns="91425" anchor="t" anchorCtr="0">
            <a:normAutofit fontScale="90000"/>
          </a:bodyPr>
          <a:lstStyle/>
          <a:p>
            <a:r>
              <a:rPr lang="en-US" sz="4000" b="1" i="0" dirty="0">
                <a:solidFill>
                  <a:srgbClr val="F0F6FC"/>
                </a:solidFill>
                <a:effectLst/>
                <a:latin typeface="-apple-system"/>
              </a:rPr>
              <a:t>Activity Essentials Finder</a:t>
            </a:r>
            <a:br>
              <a:rPr lang="en-US" sz="4000" b="1" i="0" dirty="0">
                <a:solidFill>
                  <a:srgbClr val="F0F6FC"/>
                </a:solidFill>
                <a:effectLst/>
                <a:latin typeface="-apple-system"/>
              </a:rPr>
            </a:br>
            <a:r>
              <a:rPr lang="en" sz="5400" b="1" dirty="0">
                <a:solidFill>
                  <a:schemeClr val="lt1"/>
                </a:solidFill>
              </a:rPr>
              <a:t> </a:t>
            </a:r>
            <a:br>
              <a:rPr lang="en" sz="5400" b="1" dirty="0">
                <a:solidFill>
                  <a:schemeClr val="lt1"/>
                </a:solidFill>
              </a:rPr>
            </a:br>
            <a:endParaRPr sz="5400" b="1" dirty="0">
              <a:solidFill>
                <a:schemeClr val="lt1"/>
              </a:solidFill>
            </a:endParaRPr>
          </a:p>
        </p:txBody>
      </p:sp>
      <p:sp>
        <p:nvSpPr>
          <p:cNvPr id="58" name="Google Shape;58;p13"/>
          <p:cNvSpPr txBox="1">
            <a:spLocks noGrp="1"/>
          </p:cNvSpPr>
          <p:nvPr>
            <p:ph type="subTitle" idx="4294967295"/>
          </p:nvPr>
        </p:nvSpPr>
        <p:spPr>
          <a:xfrm>
            <a:off x="311698" y="1953301"/>
            <a:ext cx="3926453" cy="1433956"/>
          </a:xfrm>
          <a:prstGeom prst="rect">
            <a:avLst/>
          </a:prstGeom>
        </p:spPr>
        <p:txBody>
          <a:bodyPr spcFirstLastPara="1" wrap="square" lIns="91425" tIns="91425" rIns="91425" bIns="91425" anchor="t" anchorCtr="0">
            <a:normAutofit fontScale="40000" lnSpcReduction="20000"/>
          </a:bodyPr>
          <a:lstStyle/>
          <a:p>
            <a:pPr marL="114300" indent="0">
              <a:buNone/>
            </a:pPr>
            <a:r>
              <a:rPr lang="en-US" sz="4300" b="1" dirty="0">
                <a:latin typeface="Times New Roman" panose="02020603050405020304" pitchFamily="18" charset="0"/>
                <a:cs typeface="Times New Roman" panose="02020603050405020304" pitchFamily="18" charset="0"/>
              </a:rPr>
              <a:t>By</a:t>
            </a:r>
          </a:p>
          <a:p>
            <a:pPr marL="114300" indent="0">
              <a:buNone/>
            </a:pPr>
            <a:r>
              <a:rPr lang="en-US" sz="4300" b="1" dirty="0" err="1">
                <a:latin typeface="Times New Roman" panose="02020603050405020304" pitchFamily="18" charset="0"/>
                <a:cs typeface="Times New Roman" panose="02020603050405020304" pitchFamily="18" charset="0"/>
              </a:rPr>
              <a:t>Lakkoju</a:t>
            </a:r>
            <a:r>
              <a:rPr lang="en-US" sz="4300" b="1" dirty="0">
                <a:latin typeface="Times New Roman" panose="02020603050405020304" pitchFamily="18" charset="0"/>
                <a:cs typeface="Times New Roman" panose="02020603050405020304" pitchFamily="18" charset="0"/>
              </a:rPr>
              <a:t> Sai Srinivas</a:t>
            </a:r>
          </a:p>
          <a:p>
            <a:pPr marL="114300" indent="0">
              <a:buNone/>
            </a:pPr>
            <a:r>
              <a:rPr lang="en-US" sz="4300" b="1" dirty="0" err="1">
                <a:latin typeface="Times New Roman" panose="02020603050405020304" pitchFamily="18" charset="0"/>
                <a:cs typeface="Times New Roman" panose="02020603050405020304" pitchFamily="18" charset="0"/>
              </a:rPr>
              <a:t>Ragannagari</a:t>
            </a:r>
            <a:r>
              <a:rPr lang="en-US" sz="4300" b="1" dirty="0">
                <a:latin typeface="Times New Roman" panose="02020603050405020304" pitchFamily="18" charset="0"/>
                <a:cs typeface="Times New Roman" panose="02020603050405020304" pitchFamily="18" charset="0"/>
              </a:rPr>
              <a:t> Bala Krishna Reddy</a:t>
            </a:r>
          </a:p>
          <a:p>
            <a:pPr marL="114300" indent="0">
              <a:buNone/>
            </a:pPr>
            <a:r>
              <a:rPr lang="en-US" sz="4300" b="1" dirty="0">
                <a:latin typeface="Times New Roman" panose="02020603050405020304" pitchFamily="18" charset="0"/>
                <a:cs typeface="Times New Roman" panose="02020603050405020304" pitchFamily="18" charset="0"/>
              </a:rPr>
              <a:t>Darapureddy Bhagavath Sai</a:t>
            </a:r>
          </a:p>
          <a:p>
            <a:pPr marL="114300" indent="0">
              <a:buNone/>
            </a:pPr>
            <a:r>
              <a:rPr lang="en-US" sz="4300" b="1" dirty="0" err="1">
                <a:latin typeface="Times New Roman" panose="02020603050405020304" pitchFamily="18" charset="0"/>
                <a:cs typeface="Times New Roman" panose="02020603050405020304" pitchFamily="18" charset="0"/>
              </a:rPr>
              <a:t>Nadakuditi</a:t>
            </a:r>
            <a:r>
              <a:rPr lang="en-US" sz="4300" b="1" dirty="0">
                <a:latin typeface="Times New Roman" panose="02020603050405020304" pitchFamily="18" charset="0"/>
                <a:cs typeface="Times New Roman" panose="02020603050405020304" pitchFamily="18" charset="0"/>
              </a:rPr>
              <a:t> Sai Avinash</a:t>
            </a:r>
          </a:p>
          <a:p>
            <a:pPr marL="0" lvl="0" indent="0" algn="l" rtl="0">
              <a:spcBef>
                <a:spcPts val="0"/>
              </a:spcBef>
              <a:spcAft>
                <a:spcPts val="1200"/>
              </a:spcAft>
              <a:buNone/>
            </a:pPr>
            <a:endParaRPr sz="4000" dirty="0">
              <a:solidFill>
                <a:schemeClr val="lt1"/>
              </a:solidFill>
            </a:endParaRPr>
          </a:p>
        </p:txBody>
      </p:sp>
      <p:pic>
        <p:nvPicPr>
          <p:cNvPr id="59" name="Google Shape;59;p13"/>
          <p:cNvPicPr preferRelativeResize="0"/>
          <p:nvPr/>
        </p:nvPicPr>
        <p:blipFill rotWithShape="1">
          <a:blip r:embed="rId3">
            <a:alphaModFix/>
          </a:blip>
          <a:srcRect l="23038" r="22444"/>
          <a:stretch/>
        </p:blipFill>
        <p:spPr>
          <a:xfrm>
            <a:off x="4905850" y="-38100"/>
            <a:ext cx="4238152" cy="5181601"/>
          </a:xfrm>
          <a:prstGeom prst="rect">
            <a:avLst/>
          </a:prstGeom>
          <a:noFill/>
          <a:ln>
            <a:noFill/>
          </a:ln>
        </p:spPr>
      </p:pic>
      <p:sp>
        <p:nvSpPr>
          <p:cNvPr id="60" name="Google Shape;60;p13"/>
          <p:cNvSpPr/>
          <p:nvPr/>
        </p:nvSpPr>
        <p:spPr>
          <a:xfrm>
            <a:off x="83625" y="4531175"/>
            <a:ext cx="3383700" cy="545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1" name="Google Shape;61;p13"/>
          <p:cNvPicPr preferRelativeResize="0"/>
          <p:nvPr/>
        </p:nvPicPr>
        <p:blipFill>
          <a:blip r:embed="rId4">
            <a:alphaModFix/>
          </a:blip>
          <a:stretch>
            <a:fillRect/>
          </a:stretch>
        </p:blipFill>
        <p:spPr>
          <a:xfrm>
            <a:off x="451625" y="4005900"/>
            <a:ext cx="1150050" cy="8759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311700" y="445025"/>
            <a:ext cx="8520600" cy="572700"/>
          </a:xfrm>
        </p:spPr>
        <p:txBody>
          <a:bodyPr spcFirstLastPara="1" wrap="square" lIns="91425" tIns="91425" rIns="91425" bIns="91425" anchor="ctr" anchorCtr="0">
            <a:normAutofit fontScale="90000"/>
          </a:bodyPr>
          <a:lstStyle/>
          <a:p>
            <a:pPr>
              <a:lnSpc>
                <a:spcPct val="90000"/>
              </a:lnSpc>
            </a:pPr>
            <a:r>
              <a:rPr lang="en-US" sz="2700" b="1" dirty="0">
                <a:latin typeface="Times New Roman" panose="02020603050405020304" pitchFamily="18" charset="0"/>
                <a:cs typeface="Times New Roman" panose="02020603050405020304" pitchFamily="18" charset="0"/>
              </a:rPr>
              <a:t>Problem Statement</a:t>
            </a:r>
            <a:br>
              <a:rPr lang="en-US" sz="1300" b="1" dirty="0"/>
            </a:br>
            <a:endParaRPr lang="en-US" sz="1300" dirty="0"/>
          </a:p>
        </p:txBody>
      </p:sp>
      <p:sp>
        <p:nvSpPr>
          <p:cNvPr id="67" name="Google Shape;67;p14"/>
          <p:cNvSpPr txBox="1">
            <a:spLocks noGrp="1"/>
          </p:cNvSpPr>
          <p:nvPr>
            <p:ph type="body" idx="4294967295"/>
          </p:nvPr>
        </p:nvSpPr>
        <p:spPr>
          <a:xfrm>
            <a:off x="311700" y="1208225"/>
            <a:ext cx="4069800" cy="3264408"/>
          </a:xfrm>
        </p:spPr>
        <p:txBody>
          <a:bodyPr spcFirstLastPara="1" lIns="91425" tIns="91425" rIns="91425" bIns="91425" anchor="t" anchorCtr="0">
            <a:normAutofit/>
          </a:bodyPr>
          <a:lstStyle/>
          <a:p>
            <a:pPr algn="just">
              <a:lnSpc>
                <a:spcPct val="105000"/>
              </a:lnSpc>
              <a:spcAft>
                <a:spcPts val="600"/>
              </a:spcAft>
              <a:buClr>
                <a:srgbClr val="000000"/>
              </a:buClr>
              <a:buFont typeface="Arial"/>
              <a:buChar char="•"/>
            </a:pPr>
            <a:r>
              <a:rPr lang="en-US" sz="1500" b="0" i="0" u="none" strike="noStrike" cap="none" dirty="0">
                <a:latin typeface="Times New Roman" panose="02020603050405020304" pitchFamily="18" charset="0"/>
                <a:cs typeface="Times New Roman" panose="02020603050405020304" pitchFamily="18" charset="0"/>
              </a:rPr>
              <a:t>In everyday life, individuals often engage in planned activities such as hiking, camping, sports, or travel, where remembering and preparing the necessary tools and equipment is crucial. However, due to human oversight, it’s common to forget essential items, especially when they are not immediately visible or mentally accessible. This leads to inefficiencies, safety concerns, and a disrupted experience</a:t>
            </a:r>
            <a:r>
              <a:rPr lang="en-US" sz="1500" b="0" i="0" u="none" strike="noStrike" cap="none" dirty="0"/>
              <a:t>.</a:t>
            </a:r>
          </a:p>
        </p:txBody>
      </p:sp>
      <p:pic>
        <p:nvPicPr>
          <p:cNvPr id="3" name="Picture 2">
            <a:extLst>
              <a:ext uri="{FF2B5EF4-FFF2-40B4-BE49-F238E27FC236}">
                <a16:creationId xmlns:a16="http://schemas.microsoft.com/office/drawing/2014/main" id="{865E7C5D-025B-C874-3273-D3645F660185}"/>
              </a:ext>
            </a:extLst>
          </p:cNvPr>
          <p:cNvPicPr>
            <a:picLocks noChangeAspect="1"/>
          </p:cNvPicPr>
          <p:nvPr/>
        </p:nvPicPr>
        <p:blipFill>
          <a:blip r:embed="rId3"/>
          <a:srcRect l="5292" r="1518" b="2"/>
          <a:stretch/>
        </p:blipFill>
        <p:spPr>
          <a:xfrm>
            <a:off x="4762500" y="1208225"/>
            <a:ext cx="4069800" cy="326440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372950" y="445025"/>
            <a:ext cx="8520600" cy="572700"/>
          </a:xfrm>
          <a:prstGeom prst="rect">
            <a:avLst/>
          </a:prstGeom>
        </p:spPr>
        <p:txBody>
          <a:bodyPr spcFirstLastPara="1" wrap="square" lIns="91425" tIns="91425" rIns="91425" bIns="91425" anchor="t" anchorCtr="0">
            <a:normAutofit fontScale="90000"/>
          </a:bodyPr>
          <a:lstStyle/>
          <a:p>
            <a:r>
              <a:rPr lang="en-US" b="1">
                <a:latin typeface="Times New Roman" panose="02020603050405020304" pitchFamily="18" charset="0"/>
                <a:cs typeface="Times New Roman" panose="02020603050405020304" pitchFamily="18" charset="0"/>
              </a:rPr>
              <a:t>Proposed Solution</a:t>
            </a:r>
            <a:br>
              <a:rPr lang="en-US" b="1"/>
            </a:br>
            <a:endParaRPr lang="en-US" dirty="0"/>
          </a:p>
        </p:txBody>
      </p:sp>
      <p:sp>
        <p:nvSpPr>
          <p:cNvPr id="67" name="Google Shape;67;p14"/>
          <p:cNvSpPr txBox="1">
            <a:spLocks noGrp="1"/>
          </p:cNvSpPr>
          <p:nvPr>
            <p:ph type="body" idx="1"/>
          </p:nvPr>
        </p:nvSpPr>
        <p:spPr>
          <a:xfrm>
            <a:off x="311700" y="1333850"/>
            <a:ext cx="7473283" cy="3070370"/>
          </a:xfrm>
          <a:prstGeom prst="rect">
            <a:avLst/>
          </a:prstGeom>
        </p:spPr>
        <p:txBody>
          <a:bodyPr spcFirstLastPara="1" wrap="square" lIns="91425" tIns="91425" rIns="91425" bIns="91425" anchor="t" anchorCtr="0">
            <a:noAutofit/>
          </a:bodyPr>
          <a:lstStyle/>
          <a:p>
            <a:pPr marL="114300" indent="0">
              <a:buNone/>
            </a:pPr>
            <a:r>
              <a:rPr lang="en-US" sz="1600" dirty="0">
                <a:latin typeface="Times New Roman" panose="02020603050405020304" pitchFamily="18" charset="0"/>
                <a:cs typeface="Times New Roman" panose="02020603050405020304" pitchFamily="18" charset="0"/>
              </a:rPr>
              <a:t>To address the challenge of forgetting essential items during planned activities, we designed a smart AI assistant that follows a three-step approach:</a:t>
            </a:r>
          </a:p>
          <a:p>
            <a:pPr>
              <a:buFont typeface="Arial" panose="020B0604020202020204" pitchFamily="34" charset="0"/>
              <a:buChar char="•"/>
            </a:pPr>
            <a:endParaRPr lang="en-US" sz="1600" i="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Understand the Activity &amp; Context</a:t>
            </a:r>
          </a:p>
          <a:p>
            <a:pPr>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Generate Essential Item List</a:t>
            </a:r>
          </a:p>
          <a:p>
            <a:pPr>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Visual Item Detection</a:t>
            </a:r>
          </a:p>
          <a:p>
            <a:pPr>
              <a:buFont typeface="Arial" panose="020B0604020202020204" pitchFamily="34" charset="0"/>
              <a:buChar char="•"/>
            </a:pPr>
            <a:endParaRPr sz="12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83478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02A5B-0EA3-2F8A-7909-B60DFEC010AD}"/>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Way Of Approach </a:t>
            </a:r>
          </a:p>
        </p:txBody>
      </p:sp>
      <p:sp>
        <p:nvSpPr>
          <p:cNvPr id="3" name="Text Placeholder 2">
            <a:extLst>
              <a:ext uri="{FF2B5EF4-FFF2-40B4-BE49-F238E27FC236}">
                <a16:creationId xmlns:a16="http://schemas.microsoft.com/office/drawing/2014/main" id="{B8D3CCEE-FC95-4B14-032F-3F655E02C57E}"/>
              </a:ext>
            </a:extLst>
          </p:cNvPr>
          <p:cNvSpPr>
            <a:spLocks noGrp="1"/>
          </p:cNvSpPr>
          <p:nvPr>
            <p:ph type="body" idx="1"/>
          </p:nvPr>
        </p:nvSpPr>
        <p:spPr/>
        <p:txBody>
          <a:bodyPr>
            <a:normAutofit/>
          </a:bodyPr>
          <a:lstStyle/>
          <a:p>
            <a:r>
              <a:rPr lang="en-US" dirty="0">
                <a:latin typeface="Times New Roman" panose="02020603050405020304" pitchFamily="18" charset="0"/>
                <a:cs typeface="Times New Roman" panose="02020603050405020304" pitchFamily="18" charset="0"/>
              </a:rPr>
              <a:t>Activity Understanding: Extracts type and context of activity.</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Knowledge Graph: Stores relationships between activities and items.</a:t>
            </a:r>
          </a:p>
          <a:p>
            <a:pPr marL="11430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Intelligent Recommendations: Suggests important items.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Object Detection: To Detect Object in Image</a:t>
            </a:r>
          </a:p>
          <a:p>
            <a:pPr marL="114300" indent="0">
              <a:buNone/>
            </a:pPr>
            <a:endParaRPr lang="en-US" dirty="0">
              <a:latin typeface="Times New Roman" panose="02020603050405020304" pitchFamily="18" charset="0"/>
              <a:cs typeface="Times New Roman" panose="02020603050405020304" pitchFamily="18" charset="0"/>
            </a:endParaRPr>
          </a:p>
          <a:p>
            <a:pPr marL="11430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80231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3C2FD-C3B1-8BDF-C4E4-11E30A8D8FF3}"/>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Tech Stack Used</a:t>
            </a:r>
          </a:p>
        </p:txBody>
      </p:sp>
      <p:sp>
        <p:nvSpPr>
          <p:cNvPr id="3" name="Text Placeholder 2">
            <a:extLst>
              <a:ext uri="{FF2B5EF4-FFF2-40B4-BE49-F238E27FC236}">
                <a16:creationId xmlns:a16="http://schemas.microsoft.com/office/drawing/2014/main" id="{3C90E953-F045-E2C9-5A34-14E4485F0B4E}"/>
              </a:ext>
            </a:extLst>
          </p:cNvPr>
          <p:cNvSpPr>
            <a:spLocks noGrp="1"/>
          </p:cNvSpPr>
          <p:nvPr>
            <p:ph type="body" idx="1"/>
          </p:nvPr>
        </p:nvSpPr>
        <p:spPr>
          <a:xfrm>
            <a:off x="311700" y="1152475"/>
            <a:ext cx="8520600" cy="3260134"/>
          </a:xfrm>
        </p:spPr>
        <p:txBody>
          <a:bodyPr>
            <a:normAutofit fontScale="85000" lnSpcReduction="20000"/>
          </a:bodyPr>
          <a:lstStyle/>
          <a:p>
            <a:r>
              <a:rPr lang="en-US" sz="1600" b="1" dirty="0">
                <a:latin typeface="Times New Roman" panose="02020603050405020304" pitchFamily="18" charset="0"/>
                <a:cs typeface="Times New Roman" panose="02020603050405020304" pitchFamily="18" charset="0"/>
              </a:rPr>
              <a:t>Flask</a:t>
            </a:r>
            <a:r>
              <a:rPr lang="en-US" sz="1600" dirty="0">
                <a:latin typeface="Times New Roman" panose="02020603050405020304" pitchFamily="18" charset="0"/>
                <a:cs typeface="Times New Roman" panose="02020603050405020304" pitchFamily="18" charset="0"/>
              </a:rPr>
              <a:t>: Web Framework (Python)</a:t>
            </a:r>
          </a:p>
          <a:p>
            <a:pPr marL="114300" indent="0">
              <a:buNone/>
            </a:pPr>
            <a:endParaRPr lang="en-US" sz="1600" dirty="0">
              <a:latin typeface="Times New Roman" panose="02020603050405020304" pitchFamily="18" charset="0"/>
              <a:cs typeface="Times New Roman" panose="02020603050405020304" pitchFamily="18" charset="0"/>
            </a:endParaRPr>
          </a:p>
          <a:p>
            <a:r>
              <a:rPr lang="en-US" sz="1600" b="1" dirty="0" err="1">
                <a:latin typeface="Times New Roman" panose="02020603050405020304" pitchFamily="18" charset="0"/>
                <a:cs typeface="Times New Roman" panose="02020603050405020304" pitchFamily="18" charset="0"/>
              </a:rPr>
              <a:t>OpenRouter</a:t>
            </a:r>
            <a:r>
              <a:rPr lang="en-US" sz="1600" b="1" dirty="0">
                <a:latin typeface="Times New Roman" panose="02020603050405020304" pitchFamily="18" charset="0"/>
                <a:cs typeface="Times New Roman" panose="02020603050405020304" pitchFamily="18" charset="0"/>
              </a:rPr>
              <a:t> (OpenAI API)</a:t>
            </a:r>
            <a:r>
              <a:rPr lang="en-US" sz="1600" dirty="0">
                <a:latin typeface="Times New Roman" panose="02020603050405020304" pitchFamily="18" charset="0"/>
                <a:cs typeface="Times New Roman" panose="02020603050405020304" pitchFamily="18" charset="0"/>
              </a:rPr>
              <a:t>: Language model to extract activity and context (</a:t>
            </a:r>
            <a:r>
              <a:rPr lang="en-US" sz="1600" dirty="0">
                <a:solidFill>
                  <a:schemeClr val="bg1"/>
                </a:solidFill>
                <a:effectLst/>
              </a:rPr>
              <a:t>mistral-small-3.1-24b</a:t>
            </a:r>
            <a:r>
              <a:rPr lang="en-US" sz="1600" dirty="0">
                <a:solidFill>
                  <a:schemeClr val="bg1"/>
                </a:solidFill>
                <a:effectLst/>
                <a:highlight>
                  <a:srgbClr val="1E1F22"/>
                </a:highlight>
              </a:rPr>
              <a:t>)</a:t>
            </a:r>
          </a:p>
          <a:p>
            <a:pPr marL="114300" indent="0">
              <a:buNone/>
            </a:pPr>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YOLOv8</a:t>
            </a:r>
            <a:r>
              <a:rPr lang="en-US" sz="1600" dirty="0">
                <a:latin typeface="Times New Roman" panose="02020603050405020304" pitchFamily="18" charset="0"/>
                <a:cs typeface="Times New Roman" panose="02020603050405020304" pitchFamily="18" charset="0"/>
              </a:rPr>
              <a:t>: Object Detection Model</a:t>
            </a:r>
          </a:p>
          <a:p>
            <a:pPr marL="114300" indent="0">
              <a:buNone/>
            </a:pPr>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Neo4j</a:t>
            </a:r>
            <a:r>
              <a:rPr lang="en-US" sz="1600" dirty="0">
                <a:latin typeface="Times New Roman" panose="02020603050405020304" pitchFamily="18" charset="0"/>
                <a:cs typeface="Times New Roman" panose="02020603050405020304" pitchFamily="18" charset="0"/>
              </a:rPr>
              <a:t>: Graph Database to store activity-context-item relationships</a:t>
            </a:r>
          </a:p>
          <a:p>
            <a:pPr marL="114300" indent="0">
              <a:buNone/>
            </a:pPr>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Supervision</a:t>
            </a:r>
            <a:r>
              <a:rPr lang="en-US" sz="1600" dirty="0">
                <a:latin typeface="Times New Roman" panose="02020603050405020304" pitchFamily="18" charset="0"/>
                <a:cs typeface="Times New Roman" panose="02020603050405020304" pitchFamily="18" charset="0"/>
              </a:rPr>
              <a:t>: Visualization (bounding boxes, labels)</a:t>
            </a:r>
          </a:p>
          <a:p>
            <a:pPr marL="114300" indent="0">
              <a:buNone/>
            </a:pPr>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OpenCV (cv2)</a:t>
            </a:r>
            <a:r>
              <a:rPr lang="en-US" sz="1600" dirty="0">
                <a:latin typeface="Times New Roman" panose="02020603050405020304" pitchFamily="18" charset="0"/>
                <a:cs typeface="Times New Roman" panose="02020603050405020304" pitchFamily="18" charset="0"/>
              </a:rPr>
              <a:t>: Image processing</a:t>
            </a:r>
          </a:p>
          <a:p>
            <a:pPr marL="114300" indent="0">
              <a:buNone/>
            </a:pPr>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Python</a:t>
            </a:r>
            <a:r>
              <a:rPr lang="en-US" sz="1600" dirty="0">
                <a:latin typeface="Times New Roman" panose="02020603050405020304" pitchFamily="18" charset="0"/>
                <a:cs typeface="Times New Roman" panose="02020603050405020304" pitchFamily="18" charset="0"/>
              </a:rPr>
              <a:t>: Main programming language</a:t>
            </a:r>
          </a:p>
          <a:p>
            <a:pPr marL="114300" indent="0">
              <a:buNone/>
            </a:pPr>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Environment</a:t>
            </a:r>
            <a:r>
              <a:rPr lang="en-US" sz="1600" dirty="0">
                <a:latin typeface="Times New Roman" panose="02020603050405020304" pitchFamily="18" charset="0"/>
                <a:cs typeface="Times New Roman" panose="02020603050405020304" pitchFamily="18" charset="0"/>
              </a:rPr>
              <a:t>: Hosted locally for demonstration</a:t>
            </a:r>
          </a:p>
        </p:txBody>
      </p:sp>
    </p:spTree>
    <p:extLst>
      <p:ext uri="{BB962C8B-B14F-4D97-AF65-F5344CB8AC3E}">
        <p14:creationId xmlns:p14="http://schemas.microsoft.com/office/powerpoint/2010/main" val="29767104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17070-4A10-627B-76D6-8912763F6CD8}"/>
              </a:ext>
            </a:extLst>
          </p:cNvPr>
          <p:cNvSpPr>
            <a:spLocks noGrp="1"/>
          </p:cNvSpPr>
          <p:nvPr>
            <p:ph type="title"/>
          </p:nvPr>
        </p:nvSpPr>
        <p:spPr>
          <a:xfrm>
            <a:off x="311700" y="445025"/>
            <a:ext cx="8520600" cy="572700"/>
          </a:xfrm>
        </p:spPr>
        <p:txBody>
          <a:bodyPr wrap="square" anchor="ctr">
            <a:normAutofit/>
          </a:bodyPr>
          <a:lstStyle/>
          <a:p>
            <a:pPr>
              <a:lnSpc>
                <a:spcPct val="90000"/>
              </a:lnSpc>
            </a:pPr>
            <a:r>
              <a:rPr lang="en-US" sz="2800" b="1"/>
              <a:t>Application Workflow</a:t>
            </a:r>
          </a:p>
        </p:txBody>
      </p:sp>
      <p:pic>
        <p:nvPicPr>
          <p:cNvPr id="8" name="Picture 7">
            <a:extLst>
              <a:ext uri="{FF2B5EF4-FFF2-40B4-BE49-F238E27FC236}">
                <a16:creationId xmlns:a16="http://schemas.microsoft.com/office/drawing/2014/main" id="{30381239-3A34-1EAE-6834-F73A57A99D39}"/>
              </a:ext>
            </a:extLst>
          </p:cNvPr>
          <p:cNvPicPr>
            <a:picLocks noChangeAspect="1"/>
          </p:cNvPicPr>
          <p:nvPr/>
        </p:nvPicPr>
        <p:blipFill>
          <a:blip r:embed="rId2"/>
          <a:srcRect t="9907" r="2" b="32698"/>
          <a:stretch/>
        </p:blipFill>
        <p:spPr>
          <a:xfrm>
            <a:off x="311700" y="1208225"/>
            <a:ext cx="8520600" cy="3264408"/>
          </a:xfrm>
          <a:prstGeom prst="rect">
            <a:avLst/>
          </a:prstGeom>
          <a:noFill/>
          <a:ln>
            <a:noFill/>
          </a:ln>
        </p:spPr>
      </p:pic>
    </p:spTree>
    <p:extLst>
      <p:ext uri="{BB962C8B-B14F-4D97-AF65-F5344CB8AC3E}">
        <p14:creationId xmlns:p14="http://schemas.microsoft.com/office/powerpoint/2010/main" val="1897342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8E37F-984F-4CCB-92BF-927FC6AA430E}"/>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Work Flow:</a:t>
            </a:r>
          </a:p>
        </p:txBody>
      </p:sp>
      <p:sp>
        <p:nvSpPr>
          <p:cNvPr id="3" name="Text Placeholder 2">
            <a:extLst>
              <a:ext uri="{FF2B5EF4-FFF2-40B4-BE49-F238E27FC236}">
                <a16:creationId xmlns:a16="http://schemas.microsoft.com/office/drawing/2014/main" id="{2BB910C2-7D49-9556-7525-1C3A1F23138E}"/>
              </a:ext>
            </a:extLst>
          </p:cNvPr>
          <p:cNvSpPr>
            <a:spLocks noGrp="1"/>
          </p:cNvSpPr>
          <p:nvPr>
            <p:ph type="body" idx="1"/>
          </p:nvPr>
        </p:nvSpPr>
        <p:spPr>
          <a:xfrm>
            <a:off x="311700" y="1152475"/>
            <a:ext cx="8520600" cy="3042020"/>
          </a:xfrm>
        </p:spPr>
        <p:txBody>
          <a:bodyPr>
            <a:normAutofit fontScale="92500" lnSpcReduction="20000"/>
          </a:bodyPr>
          <a:lstStyle/>
          <a:p>
            <a:r>
              <a:rPr lang="en-US" sz="1600" dirty="0">
                <a:latin typeface="Times New Roman" panose="02020603050405020304" pitchFamily="18" charset="0"/>
                <a:cs typeface="Times New Roman" panose="02020603050405020304" pitchFamily="18" charset="0"/>
              </a:rPr>
              <a:t>User submits description and image.</a:t>
            </a:r>
          </a:p>
          <a:p>
            <a:pPr marL="114300" indent="0">
              <a:buNone/>
            </a:pP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LLM extracts activity and environment.</a:t>
            </a:r>
          </a:p>
          <a:p>
            <a:pPr marL="114300" indent="0">
              <a:buNone/>
            </a:pP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Check Neo4j for essential items.</a:t>
            </a:r>
          </a:p>
          <a:p>
            <a:pPr marL="114300" indent="0">
              <a:buNone/>
            </a:pP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LLM finalizes item list if needed.</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Updates the Knowledge Base</a:t>
            </a:r>
          </a:p>
          <a:p>
            <a:pPr marL="114300" indent="0">
              <a:buNone/>
            </a:pP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YOLO World  detects essential items in image.</a:t>
            </a:r>
          </a:p>
          <a:p>
            <a:pPr marL="114300" indent="0">
              <a:buNone/>
            </a:pP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Results displayed with annotated image and detected item list.</a:t>
            </a:r>
          </a:p>
        </p:txBody>
      </p:sp>
    </p:spTree>
    <p:extLst>
      <p:ext uri="{BB962C8B-B14F-4D97-AF65-F5344CB8AC3E}">
        <p14:creationId xmlns:p14="http://schemas.microsoft.com/office/powerpoint/2010/main" val="14627585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4F39A-5B16-379F-4B49-E42D24DEFC9F}"/>
              </a:ext>
            </a:extLst>
          </p:cNvPr>
          <p:cNvSpPr>
            <a:spLocks noGrp="1"/>
          </p:cNvSpPr>
          <p:nvPr>
            <p:ph type="title"/>
          </p:nvPr>
        </p:nvSpPr>
        <p:spPr>
          <a:xfrm>
            <a:off x="311700" y="445025"/>
            <a:ext cx="8520600" cy="572700"/>
          </a:xfrm>
        </p:spPr>
        <p:txBody>
          <a:bodyPr wrap="square" anchor="ctr">
            <a:normAutofit/>
          </a:bodyPr>
          <a:lstStyle/>
          <a:p>
            <a:pPr>
              <a:lnSpc>
                <a:spcPct val="90000"/>
              </a:lnSpc>
            </a:pPr>
            <a:r>
              <a:rPr lang="en-US" sz="2800"/>
              <a:t>Results  Input :</a:t>
            </a:r>
          </a:p>
        </p:txBody>
      </p:sp>
      <p:pic>
        <p:nvPicPr>
          <p:cNvPr id="8" name="Picture 7">
            <a:extLst>
              <a:ext uri="{FF2B5EF4-FFF2-40B4-BE49-F238E27FC236}">
                <a16:creationId xmlns:a16="http://schemas.microsoft.com/office/drawing/2014/main" id="{CF5598C6-303B-085A-E2E8-C6154D8A28A4}"/>
              </a:ext>
            </a:extLst>
          </p:cNvPr>
          <p:cNvPicPr>
            <a:picLocks noChangeAspect="1"/>
          </p:cNvPicPr>
          <p:nvPr/>
        </p:nvPicPr>
        <p:blipFill>
          <a:blip r:embed="rId2"/>
          <a:srcRect l="20951" r="19830" b="-1"/>
          <a:stretch/>
        </p:blipFill>
        <p:spPr>
          <a:xfrm>
            <a:off x="311700" y="1208225"/>
            <a:ext cx="4069800" cy="3264408"/>
          </a:xfrm>
          <a:prstGeom prst="rect">
            <a:avLst/>
          </a:prstGeom>
          <a:noFill/>
          <a:ln>
            <a:noFill/>
          </a:ln>
        </p:spPr>
      </p:pic>
      <p:pic>
        <p:nvPicPr>
          <p:cNvPr id="5" name="Picture 4">
            <a:extLst>
              <a:ext uri="{FF2B5EF4-FFF2-40B4-BE49-F238E27FC236}">
                <a16:creationId xmlns:a16="http://schemas.microsoft.com/office/drawing/2014/main" id="{41124E3E-0E2D-7D5E-7FAE-93A70A236BCA}"/>
              </a:ext>
            </a:extLst>
          </p:cNvPr>
          <p:cNvPicPr>
            <a:picLocks noChangeAspect="1"/>
          </p:cNvPicPr>
          <p:nvPr/>
        </p:nvPicPr>
        <p:blipFill>
          <a:blip r:embed="rId3"/>
          <a:srcRect l="20881" r="20836" b="2"/>
          <a:stretch/>
        </p:blipFill>
        <p:spPr>
          <a:xfrm>
            <a:off x="4762500" y="1208225"/>
            <a:ext cx="4069800" cy="3264408"/>
          </a:xfrm>
          <a:prstGeom prst="rect">
            <a:avLst/>
          </a:prstGeom>
          <a:noFill/>
          <a:ln>
            <a:noFill/>
          </a:ln>
        </p:spPr>
      </p:pic>
    </p:spTree>
    <p:extLst>
      <p:ext uri="{BB962C8B-B14F-4D97-AF65-F5344CB8AC3E}">
        <p14:creationId xmlns:p14="http://schemas.microsoft.com/office/powerpoint/2010/main" val="28173861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FE1CC-C928-113C-2BC7-E0E64154671F}"/>
              </a:ext>
            </a:extLst>
          </p:cNvPr>
          <p:cNvSpPr>
            <a:spLocks noGrp="1"/>
          </p:cNvSpPr>
          <p:nvPr>
            <p:ph type="title"/>
          </p:nvPr>
        </p:nvSpPr>
        <p:spPr/>
        <p:txBody>
          <a:bodyPr>
            <a:normAutofit fontScale="90000"/>
          </a:bodyPr>
          <a:lstStyle/>
          <a:p>
            <a:pPr algn="ctr"/>
            <a:r>
              <a:rPr lang="en-US" dirty="0"/>
              <a:t>Results : output (live demo)</a:t>
            </a:r>
          </a:p>
        </p:txBody>
      </p:sp>
      <p:pic>
        <p:nvPicPr>
          <p:cNvPr id="6" name="Picture 5">
            <a:extLst>
              <a:ext uri="{FF2B5EF4-FFF2-40B4-BE49-F238E27FC236}">
                <a16:creationId xmlns:a16="http://schemas.microsoft.com/office/drawing/2014/main" id="{E530F8EE-B056-9002-1440-13A3DAA99922}"/>
              </a:ext>
            </a:extLst>
          </p:cNvPr>
          <p:cNvPicPr>
            <a:picLocks noChangeAspect="1"/>
          </p:cNvPicPr>
          <p:nvPr/>
        </p:nvPicPr>
        <p:blipFill>
          <a:blip r:embed="rId2"/>
          <a:stretch>
            <a:fillRect/>
          </a:stretch>
        </p:blipFill>
        <p:spPr>
          <a:xfrm>
            <a:off x="4034644" y="1149292"/>
            <a:ext cx="2933086" cy="3825380"/>
          </a:xfrm>
          <a:prstGeom prst="rect">
            <a:avLst/>
          </a:prstGeom>
        </p:spPr>
      </p:pic>
    </p:spTree>
    <p:extLst>
      <p:ext uri="{BB962C8B-B14F-4D97-AF65-F5344CB8AC3E}">
        <p14:creationId xmlns:p14="http://schemas.microsoft.com/office/powerpoint/2010/main" val="29817540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F1B8A-1BE2-10EB-65BB-B7AD2A37EE7A}"/>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Future Enhancements</a:t>
            </a:r>
          </a:p>
        </p:txBody>
      </p:sp>
      <p:sp>
        <p:nvSpPr>
          <p:cNvPr id="3" name="Text Placeholder 2">
            <a:extLst>
              <a:ext uri="{FF2B5EF4-FFF2-40B4-BE49-F238E27FC236}">
                <a16:creationId xmlns:a16="http://schemas.microsoft.com/office/drawing/2014/main" id="{2937DAAD-C39A-F4A7-9ABB-E6D1443C29BB}"/>
              </a:ext>
            </a:extLst>
          </p:cNvPr>
          <p:cNvSpPr>
            <a:spLocks noGrp="1"/>
          </p:cNvSpPr>
          <p:nvPr>
            <p:ph type="body" idx="1"/>
          </p:nvPr>
        </p:nvSpPr>
        <p:spPr>
          <a:xfrm>
            <a:off x="311699" y="1383527"/>
            <a:ext cx="7028668" cy="2522046"/>
          </a:xfrm>
        </p:spPr>
        <p:txBody>
          <a:bodyPr>
            <a:normAutofit fontScale="77500" lnSpcReduction="20000"/>
          </a:bodyPr>
          <a:lstStyle/>
          <a:p>
            <a:r>
              <a:rPr lang="en-US" sz="1600" dirty="0">
                <a:latin typeface="Times New Roman" panose="02020603050405020304" pitchFamily="18" charset="0"/>
                <a:cs typeface="Times New Roman" panose="02020603050405020304" pitchFamily="18" charset="0"/>
              </a:rPr>
              <a:t>Fine-tune YOLOv8 with more activity-specific datasets.</a:t>
            </a:r>
          </a:p>
          <a:p>
            <a:pPr marL="139700" indent="0">
              <a:buNone/>
            </a:pP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Expand Neo4j database with more contexts and activities.</a:t>
            </a:r>
          </a:p>
          <a:p>
            <a:pPr marL="139700" indent="0">
              <a:buNone/>
            </a:pP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Add support for multi-language voice inputs.</a:t>
            </a:r>
          </a:p>
          <a:p>
            <a:pPr marL="139700" indent="0">
              <a:buNone/>
            </a:pP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Deploy application to cloud platforms like AWS/GCP.</a:t>
            </a:r>
          </a:p>
          <a:p>
            <a:endParaRPr lang="en-US" sz="1600" dirty="0">
              <a:latin typeface="Times New Roman" panose="02020603050405020304" pitchFamily="18" charset="0"/>
              <a:cs typeface="Times New Roman" panose="02020603050405020304" pitchFamily="18" charset="0"/>
            </a:endParaRPr>
          </a:p>
          <a:p>
            <a:pPr marL="139700" indent="0">
              <a:buNone/>
            </a:pPr>
            <a:r>
              <a:rPr lang="en-US" sz="2400" b="1" dirty="0" err="1">
                <a:latin typeface="Times New Roman" panose="02020603050405020304" pitchFamily="18" charset="0"/>
                <a:cs typeface="Times New Roman" panose="02020603050405020304" pitchFamily="18" charset="0"/>
              </a:rPr>
              <a:t>Github</a:t>
            </a:r>
            <a:r>
              <a:rPr lang="en-US" sz="2400" b="1" dirty="0">
                <a:latin typeface="Times New Roman" panose="02020603050405020304" pitchFamily="18" charset="0"/>
                <a:cs typeface="Times New Roman" panose="02020603050405020304" pitchFamily="18" charset="0"/>
              </a:rPr>
              <a:t> Link:</a:t>
            </a:r>
          </a:p>
          <a:p>
            <a:pPr marL="139700" indent="0">
              <a:buNone/>
            </a:pPr>
            <a:endParaRPr lang="en-US" sz="2400" b="1" dirty="0">
              <a:latin typeface="Times New Roman" panose="02020603050405020304" pitchFamily="18" charset="0"/>
              <a:cs typeface="Times New Roman" panose="02020603050405020304" pitchFamily="18" charset="0"/>
            </a:endParaRPr>
          </a:p>
          <a:p>
            <a:pPr marL="139700" indent="0">
              <a:buNone/>
            </a:pPr>
            <a:r>
              <a:rPr lang="en-US" sz="1600" b="1" dirty="0">
                <a:latin typeface="Times New Roman" panose="02020603050405020304" pitchFamily="18" charset="0"/>
                <a:cs typeface="Times New Roman" panose="02020603050405020304" pitchFamily="18" charset="0"/>
                <a:hlinkClick r:id="rId2"/>
              </a:rPr>
              <a:t>https://github.com/Saisrinivas783/Capstone_Group_5</a:t>
            </a:r>
            <a:endParaRPr lang="en-US" sz="1600" b="1" dirty="0">
              <a:latin typeface="Times New Roman" panose="02020603050405020304" pitchFamily="18" charset="0"/>
              <a:cs typeface="Times New Roman" panose="02020603050405020304" pitchFamily="18" charset="0"/>
            </a:endParaRPr>
          </a:p>
          <a:p>
            <a:pPr marL="139700" indent="0">
              <a:buNone/>
            </a:pPr>
            <a:endParaRPr lang="en-US" sz="2400" b="1" dirty="0">
              <a:latin typeface="Times New Roman" panose="02020603050405020304" pitchFamily="18" charset="0"/>
              <a:cs typeface="Times New Roman" panose="02020603050405020304" pitchFamily="18" charset="0"/>
            </a:endParaRPr>
          </a:p>
          <a:p>
            <a:pPr marL="139700" indent="0">
              <a:buNone/>
            </a:pPr>
            <a:endParaRPr lang="en-US" sz="2400" b="1" dirty="0">
              <a:latin typeface="Times New Roman" panose="02020603050405020304" pitchFamily="18" charset="0"/>
              <a:cs typeface="Times New Roman" panose="02020603050405020304" pitchFamily="18" charset="0"/>
            </a:endParaRPr>
          </a:p>
          <a:p>
            <a:pPr marL="139700" indent="0">
              <a:buNone/>
            </a:pPr>
            <a:endParaRPr lang="en-US"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61829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sz="4300">
                <a:solidFill>
                  <a:schemeClr val="lt1"/>
                </a:solidFill>
              </a:rPr>
              <a:t>Thank you.</a:t>
            </a:r>
            <a:endParaRPr sz="4300">
              <a:solidFill>
                <a:schemeClr val="lt1"/>
              </a:solidFill>
            </a:endParaRPr>
          </a:p>
        </p:txBody>
      </p:sp>
      <p:pic>
        <p:nvPicPr>
          <p:cNvPr id="83" name="Google Shape;83;p16"/>
          <p:cNvPicPr preferRelativeResize="0"/>
          <p:nvPr/>
        </p:nvPicPr>
        <p:blipFill rotWithShape="1">
          <a:blip r:embed="rId3">
            <a:alphaModFix/>
          </a:blip>
          <a:srcRect l="11356" r="21994"/>
          <a:stretch/>
        </p:blipFill>
        <p:spPr>
          <a:xfrm>
            <a:off x="4000500" y="0"/>
            <a:ext cx="5143501" cy="5143501"/>
          </a:xfrm>
          <a:prstGeom prst="rect">
            <a:avLst/>
          </a:prstGeom>
          <a:noFill/>
          <a:ln>
            <a:noFill/>
          </a:ln>
        </p:spPr>
      </p:pic>
      <p:sp>
        <p:nvSpPr>
          <p:cNvPr id="84" name="Google Shape;84;p16"/>
          <p:cNvSpPr/>
          <p:nvPr/>
        </p:nvSpPr>
        <p:spPr>
          <a:xfrm>
            <a:off x="83625" y="4449325"/>
            <a:ext cx="649800" cy="627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5" name="Google Shape;85;p16"/>
          <p:cNvPicPr preferRelativeResize="0"/>
          <p:nvPr/>
        </p:nvPicPr>
        <p:blipFill>
          <a:blip r:embed="rId4">
            <a:alphaModFix/>
          </a:blip>
          <a:stretch>
            <a:fillRect/>
          </a:stretch>
        </p:blipFill>
        <p:spPr>
          <a:xfrm>
            <a:off x="266688" y="4591913"/>
            <a:ext cx="391875" cy="2926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33C5A"/>
      </a:dk1>
      <a:lt1>
        <a:srgbClr val="FFFFFF"/>
      </a:lt1>
      <a:dk2>
        <a:srgbClr val="0190DB"/>
      </a:dk2>
      <a:lt2>
        <a:srgbClr val="EEEEEE"/>
      </a:lt2>
      <a:accent1>
        <a:srgbClr val="0190DB"/>
      </a:accent1>
      <a:accent2>
        <a:srgbClr val="212121"/>
      </a:accent2>
      <a:accent3>
        <a:srgbClr val="78909C"/>
      </a:accent3>
      <a:accent4>
        <a:srgbClr val="AA9868"/>
      </a:accent4>
      <a:accent5>
        <a:srgbClr val="0190DB"/>
      </a:accent5>
      <a:accent6>
        <a:srgbClr val="AA9868"/>
      </a:accent6>
      <a:hlink>
        <a:srgbClr val="0190D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303</TotalTime>
  <Words>351</Words>
  <Application>Microsoft Macintosh PowerPoint</Application>
  <PresentationFormat>On-screen Show (16:9)</PresentationFormat>
  <Paragraphs>71</Paragraphs>
  <Slides>11</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-apple-system</vt:lpstr>
      <vt:lpstr>Arial</vt:lpstr>
      <vt:lpstr>Avenir</vt:lpstr>
      <vt:lpstr>Times New Roman</vt:lpstr>
      <vt:lpstr>Simple Light</vt:lpstr>
      <vt:lpstr>Activity Essentials Finder   </vt:lpstr>
      <vt:lpstr>Problem Statement </vt:lpstr>
      <vt:lpstr>Proposed Solution </vt:lpstr>
      <vt:lpstr>Way Of Approach </vt:lpstr>
      <vt:lpstr>Tech Stack Used</vt:lpstr>
      <vt:lpstr>Application Workflow</vt:lpstr>
      <vt:lpstr>Work Flow:</vt:lpstr>
      <vt:lpstr>Results  Input :</vt:lpstr>
      <vt:lpstr>Results : output (live demo)</vt:lpstr>
      <vt:lpstr>Future Enhancements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dc:title>
  <cp:lastModifiedBy>RAGANNAGARI, BALA KRISHNA REDDY</cp:lastModifiedBy>
  <cp:revision>4</cp:revision>
  <dcterms:modified xsi:type="dcterms:W3CDTF">2025-04-22T18:55:36Z</dcterms:modified>
</cp:coreProperties>
</file>